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0C28"/>
          </a:solidFill>
          <a:ln w="12700">
            <a:solidFill>
              <a:srgbClr val="160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-731520"/>
            <a:ext cx="2560320" cy="2560320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384048" y="3429000"/>
            <a:ext cx="18288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演示文稿生成引擎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4114800"/>
            <a:ext cx="100584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114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4572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从内容到精美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434840" y="2322576"/>
            <a:ext cx="347472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468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一键完成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34840" y="3127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 AI 协作 · 原生 DrawingML · 支持 PDF / DOCX / URL 输入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767328"/>
            <a:ext cx="1389888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76732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AI 三角色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52744" y="3767328"/>
            <a:ext cx="1389888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2744" y="376732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多格式输入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0648" y="3767328"/>
            <a:ext cx="1389888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648" y="376732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可编辑输出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4754880"/>
            <a:ext cx="5029200" cy="388620"/>
          </a:xfrm>
          <a:prstGeom prst="rect">
            <a:avLst/>
          </a:prstGeom>
          <a:solidFill>
            <a:srgbClr val="F1EEF9"/>
          </a:solidFill>
          <a:ln w="12700">
            <a:solidFill>
              <a:srgbClr val="E8E3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773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Master  ·  AI-Powered Presentation Engine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0C28"/>
          </a:solidFill>
          <a:ln w="12700">
            <a:solidFill>
              <a:srgbClr val="160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PPT 制作的三大痛点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50292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274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×3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00784" y="1188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耗时费力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00784" y="160934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排版、配色、图文对齐往往耗费数小时甚至整天，严重挤占核心工作时间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0" y="1261872"/>
            <a:ext cx="1463040" cy="804672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261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平均制作时间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640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915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00784" y="24323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设计门槛高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00784" y="285292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非设计背景人员难以兼顾内容与美观，专业级视觉表达长期是业务痛点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0" y="2505456"/>
            <a:ext cx="1463040" cy="8046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5054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32320" y="29809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用户感到困难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841248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02736"/>
            <a:ext cx="640080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02736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556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00784" y="36758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修改成本大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700784" y="409651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内容变更牵一发动全身，逐页调整让协作效率极低，频繁返工耗尽精力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0" y="3749040"/>
            <a:ext cx="1463040" cy="804672"/>
          </a:xfrm>
          <a:prstGeom prst="rect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3749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32320" y="4224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时间用于修改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Master 一站式解决以上所有问题 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5029200" cy="50292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Master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64592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1907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Master 是一款 AI 驱动的演示文稿自动生成引擎。它通过「策略师 → 图像生成师 → 执行师」三角色大模型协作流水线，将 PDF、DOCX、网页、Markdown 等任意格式的源内容，自动转化为专业级、原生可编辑的 PPTX 演示文稿。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493776" cy="493776"/>
          </a:xfrm>
          <a:prstGeom prst="ellipse">
            <a:avLst/>
          </a:prstGeom>
          <a:solidFill>
            <a:srgbClr val="6D28D9">
              <a:alpha val="70000"/>
            </a:srgbClr>
          </a:solidFill>
          <a:ln w="12700">
            <a:solidFill>
              <a:srgbClr val="6D28D9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智能内容理解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" y="3410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深度解析源文档，提炼结构化要点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136392"/>
            <a:ext cx="493776" cy="493776"/>
          </a:xfrm>
          <a:prstGeom prst="ellipse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9824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专业视觉设计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9824" y="3410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自动配色、布局，媲美设计师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493776" cy="493776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0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高速批量生成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" y="4325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分钟级完成十余页专业 PPT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4050792"/>
            <a:ext cx="493776" cy="493776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50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9824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原生可编辑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4325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DrawingML 格式，PowerPoint 完全兼容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292608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四大核心能力，重新定义演示制作效率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503920" cy="804672"/>
          </a:xfrm>
          <a:prstGeom prst="rect">
            <a:avLst/>
          </a:prstGeom>
          <a:solidFill>
            <a:srgbClr val="F5F3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99616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73936" y="1435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智能内容理解与提炼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0817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PDF、DOCX、网页 URL、Markdown 等多格式输入，AI 自动解析文档结构，提炼核心论点与关键数据，无需手动整理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304288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432304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32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专业视觉方案生成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234086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策略师 AI 根据内容主题自动制定配色方案、版式结构与字体搭配，视觉效果媲美专业设计师出品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236976"/>
            <a:ext cx="8503920" cy="804672"/>
          </a:xfrm>
          <a:prstGeom prst="rect">
            <a:avLst/>
          </a:prstGeom>
          <a:solidFill>
            <a:srgbClr val="F5F3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36976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364992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61872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73936" y="3300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全程自动化流水线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327355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从内容分析到 PPT 输出全程无需人工干预，分钟级完成十余页演示文稿，效率提升超 10 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416966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169664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2976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61872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773936" y="4233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原生可编辑 PPTX 输出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输出标准 DrawingML 格式，每个文字、形状均为真实 PowerPoint 对象，完全保留二次编辑能力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77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五步全自动 · 无需人工干预 · 分钟级完成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4264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426464" cy="10789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0817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1975104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602736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/ Markdown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83080" y="279806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28D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84248" y="1371600"/>
            <a:ext cx="14264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84248" y="1371600"/>
            <a:ext cx="1426464" cy="10789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140817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350008" y="1975104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975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2816352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75688" y="3602736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结构规划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视觉方案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47288" y="279806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48456" y="1371600"/>
            <a:ext cx="14264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48456" y="1371600"/>
            <a:ext cx="1426464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8456" y="140817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014216" y="1975104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1975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39896" y="2816352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39896" y="3602736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 / 布局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图像生成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11496" y="279806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12664" y="1371600"/>
            <a:ext cx="14264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12664" y="1371600"/>
            <a:ext cx="1426464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2664" y="140817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5678424" y="1975104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78424" y="1975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04104" y="2816352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04104" y="3602736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渲染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75704" y="279806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976872" y="1371600"/>
            <a:ext cx="14264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76872" y="1371600"/>
            <a:ext cx="14264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1408176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7342632" y="1975104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42632" y="1975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68312" y="2816352"/>
            <a:ext cx="1243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68312" y="3602736"/>
            <a:ext cx="1243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原生可编辑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标准格式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0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46304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三大核心技术支柱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24912" cy="3931920"/>
          </a:xfrm>
          <a:prstGeom prst="rect">
            <a:avLst/>
          </a:prstGeom>
          <a:solidFill>
            <a:srgbClr val="1E1035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24912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5024" y="1508760"/>
            <a:ext cx="694944" cy="6949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 AI 协作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862072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策略师：规划内容结构与视觉方案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图像生成师：创作定制视觉素材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执行师：精准实现 DrawingML 代码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质量门禁：自动校验每页输出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64408" y="1325880"/>
            <a:ext cx="2724912" cy="3931920"/>
          </a:xfrm>
          <a:prstGeom prst="rect">
            <a:avLst/>
          </a:prstGeom>
          <a:solidFill>
            <a:srgbClr val="1E10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25880"/>
            <a:ext cx="272491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508760"/>
            <a:ext cx="694944" cy="6949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1568" y="23317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DrawingML 原生输出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47288" y="2862072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输出真实 PowerPoint 形状对象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非截图、非图片，完整保留编辑能力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 Office 全版本及 WPS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每个元素均可独立选中与修改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325880"/>
            <a:ext cx="2724912" cy="3931920"/>
          </a:xfrm>
          <a:prstGeom prst="rect">
            <a:avLst/>
          </a:prstGeom>
          <a:solidFill>
            <a:srgbClr val="1E10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32588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508760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45936" y="23317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全格式输入支持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91656" y="2862072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文档智能解析与排版还原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/ Word 直接结构化导入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 URL 一键抓取与内容提炼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原生支持与语义理解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2743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真实表现，数字说话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1975104" cy="3401568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1975104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47088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3721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vs. 传统手工制作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7752" y="1389888"/>
            <a:ext cx="1975104" cy="3401568"/>
          </a:xfrm>
          <a:prstGeom prst="rect">
            <a:avLst/>
          </a:prstGeom>
          <a:solidFill>
            <a:srgbClr val="F5F3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1389888"/>
            <a:ext cx="1975104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847088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87752" y="285292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87752" y="32735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60904" y="3721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12 页 PPT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64024" y="1389888"/>
            <a:ext cx="1975104" cy="3401568"/>
          </a:xfrm>
          <a:prstGeom prst="rect">
            <a:avLst/>
          </a:prstGeom>
          <a:solidFill>
            <a:srgbClr val="F5F3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64024" y="1389888"/>
            <a:ext cx="1975104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847088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764024" y="32735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37176" y="3721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DrawingML 输出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0296" y="1389888"/>
            <a:ext cx="1975104" cy="34015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0296" y="1389888"/>
            <a:ext cx="197510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847088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940296" y="32735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13448" y="37216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· DOCX · URL · MD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77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覆盖主流演示需求场景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24912" cy="3611880"/>
          </a:xfrm>
          <a:prstGeom prst="rect">
            <a:avLst/>
          </a:prstGeom>
          <a:solidFill>
            <a:srgbClr val="2D0B5C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7592" y="1527048"/>
            <a:ext cx="749808" cy="7498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5270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商务汇报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" y="2953512"/>
            <a:ext cx="762000" cy="274320"/>
          </a:xfrm>
          <a:prstGeom prst="rect">
            <a:avLst/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季度复盘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01496" y="2953512"/>
            <a:ext cx="762000" cy="274320"/>
          </a:xfrm>
          <a:prstGeom prst="rect">
            <a:avLst/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1496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项目提案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8360" y="2953512"/>
            <a:ext cx="762000" cy="274320"/>
          </a:xfrm>
          <a:prstGeom prst="rect">
            <a:avLst/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8360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投资路演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3355848"/>
            <a:ext cx="2395728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快速将业务数据、调研报告转化为专业商务风格汇报 PPT，为决策者提供清晰的视觉化呈现，提升会议效率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64408" y="1325880"/>
            <a:ext cx="2724912" cy="3611880"/>
          </a:xfrm>
          <a:prstGeom prst="rect">
            <a:avLst/>
          </a:prstGeom>
          <a:solidFill>
            <a:srgbClr val="5C0B2D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527048"/>
            <a:ext cx="749808" cy="7498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5270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01568" y="2404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学术展示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29000" y="2953512"/>
            <a:ext cx="762000" cy="274320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论文答辩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45864" y="2953512"/>
            <a:ext cx="762000" cy="274320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5864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课题汇报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62728" y="2953512"/>
            <a:ext cx="762000" cy="274320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2728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学术会议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3355848"/>
            <a:ext cx="2395728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将学术论文、研究报告自动转换为逻辑清晰、图文并茂的学术演示文稿，有效传递研究价值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08776" y="1325880"/>
            <a:ext cx="2724912" cy="3611880"/>
          </a:xfrm>
          <a:prstGeom prst="rect">
            <a:avLst/>
          </a:prstGeom>
          <a:solidFill>
            <a:srgbClr val="0B3B5C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96328" y="1527048"/>
            <a:ext cx="749808" cy="7498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15270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45936" y="2404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产品发布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73368" y="2953512"/>
            <a:ext cx="762000" cy="2743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新品发布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90232" y="2953512"/>
            <a:ext cx="762000" cy="2743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0232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07096" y="2953512"/>
            <a:ext cx="762000" cy="2743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7096" y="2953512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用户手册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73368" y="3355848"/>
            <a:ext cx="2395728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将产品文档、功能说明迅速生成高颜值发布演示，大幅缩短上市准备周期，第一时间抓住市场窗口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60C28"/>
          </a:solidFill>
          <a:ln w="12700">
            <a:solidFill>
              <a:srgbClr val="160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91440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替你做 PPT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11480" y="3154680"/>
            <a:ext cx="146304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即刻体验，彻底告别 PPT 焦虑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858768"/>
            <a:ext cx="201168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77800" dist="38100" dir="8100000">
              <a:srgbClr val="EC4899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8587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立即体验 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58384" y="1435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多格式输入，零门槛上手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2130552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58384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分钟级生成，十倍效率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2843784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58384" y="2862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原生可编辑，完全掌控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3557016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3575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专业视觉，媲美设计师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4736592"/>
            <a:ext cx="4572000" cy="406908"/>
          </a:xfrm>
          <a:prstGeom prst="rect">
            <a:avLst/>
          </a:prstGeom>
          <a:solidFill>
            <a:srgbClr val="0F0820"/>
          </a:solidFill>
          <a:ln w="12700">
            <a:solidFill>
              <a:srgbClr val="0F0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7548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Master  ·  AI-Powered Presentation Engine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AI生成PPTX 产品宣传介绍</dc:title>
  <dc:subject>PptxGenJS Presentation</dc:subject>
  <dc:creator>PPT Master</dc:creator>
  <cp:lastModifiedBy>PPT Master</cp:lastModifiedBy>
  <cp:revision>1</cp:revision>
  <dcterms:created xsi:type="dcterms:W3CDTF">2026-05-06T06:49:29Z</dcterms:created>
  <dcterms:modified xsi:type="dcterms:W3CDTF">2026-05-06T06:49:29Z</dcterms:modified>
</cp:coreProperties>
</file>